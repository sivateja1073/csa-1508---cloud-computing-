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83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Tip (6-8 minutes): Slide 1: 30s | Slide 2: 1.5 min | Slide 3: 2 min | Slide 4: 1.5 min | Slide 5: 1.5 min | Slide 6: 30-45s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46292" y="0"/>
            <a:ext cx="4206240" cy="420624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25404" y="109728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serverless_ppt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621" y="15544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3716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Computing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21792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Infrastructure Management in the Cloud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30632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3224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172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429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L.SIVATEJA</a:t>
            </a:r>
          </a:p>
        </p:txBody>
      </p:sp>
      <p:sp>
        <p:nvSpPr>
          <p:cNvPr id="11" name="Text 8"/>
          <p:cNvSpPr/>
          <p:nvPr/>
        </p:nvSpPr>
        <p:spPr>
          <a:xfrm>
            <a:off x="822960" y="37124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Number: 192311073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" y="4434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serverless_ppt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7" y="4941875"/>
            <a:ext cx="311810" cy="3118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48280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383280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serverless_ppt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835" y="4941875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41648" y="48280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44768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serverless_ppt/icons/sca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323" y="4941875"/>
            <a:ext cx="311810" cy="3118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03136" y="48280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benefits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applications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906256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/home/claude/serverless_ppt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811" y="4941875"/>
            <a:ext cx="311810" cy="3118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64624" y="48280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real-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example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Serverless Computing?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6072" y="102412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is a cloud computing model where the cloud provider manages the servers, infrastructure, and scaling. Developers only focus on writing and deploying code.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639312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3931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9968" y="3639312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3639312"/>
            <a:ext cx="1490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02736" y="3658332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3639312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Functions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371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8308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0" descr="/home/claude/serverless_ppt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492" y="1875252"/>
            <a:ext cx="254569" cy="25456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583680" y="17647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management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989320" y="237744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1" descr="/home/claude/serverless_ppt/icons/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492" y="2469612"/>
            <a:ext cx="254569" cy="25456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83680" y="2359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5989320" y="297180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2" descr="/home/claude/serverless_ppt/icons/moneyb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1492" y="3063972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2953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usage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5989320" y="356616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/home/claude/serverless_ppt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1492" y="3658332"/>
            <a:ext cx="254569" cy="2545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0" y="35478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execution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5989320" y="416052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4" descr="/home/claude/serverless_ppt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1492" y="4252692"/>
            <a:ext cx="254569" cy="25456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83680" y="41422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application deployment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6072" y="97840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6766560" cy="5074920"/>
          </a:xfrm>
          <a:prstGeom prst="roundRect">
            <a:avLst>
              <a:gd name="adj" fmla="val 1802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1394460"/>
            <a:ext cx="301752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serverless_ppt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1563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490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08960" y="1801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request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31920" y="2171700"/>
            <a:ext cx="0" cy="320040"/>
          </a:xfrm>
          <a:prstGeom prst="line">
            <a:avLst/>
          </a:prstGeom>
          <a:noFill/>
          <a:ln w="25400">
            <a:solidFill>
              <a:srgbClr val="8FB8C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23160" y="2491740"/>
            <a:ext cx="301752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/home/claude/serverless_ppt/icons/gate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26609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25877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08960" y="28986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request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931920" y="3268980"/>
            <a:ext cx="0" cy="320040"/>
          </a:xfrm>
          <a:prstGeom prst="line">
            <a:avLst/>
          </a:prstGeom>
          <a:noFill/>
          <a:ln w="25400">
            <a:solidFill>
              <a:srgbClr val="8FB8C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423160" y="3589020"/>
            <a:ext cx="301752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/home/claude/serverless_ppt/icons/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2" y="37581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08960" y="3685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108960" y="39959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executes code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 flipH="1">
            <a:off x="2047630" y="4398264"/>
            <a:ext cx="1617784" cy="466344"/>
          </a:xfrm>
          <a:prstGeom prst="line">
            <a:avLst/>
          </a:prstGeom>
          <a:noFill/>
          <a:ln w="25400">
            <a:solidFill>
              <a:srgbClr val="8FB8CE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251960" y="4398264"/>
            <a:ext cx="1280160" cy="448056"/>
          </a:xfrm>
          <a:prstGeom prst="line">
            <a:avLst/>
          </a:prstGeom>
          <a:noFill/>
          <a:ln w="25400">
            <a:solidFill>
              <a:srgbClr val="8FB8CE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1638534" y="4791456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3" descr="/home/claude/serverless_ppt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7652" y="487832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40828" y="4947998"/>
            <a:ext cx="106133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/>
              <a:t>Data base</a:t>
            </a:r>
          </a:p>
        </p:txBody>
      </p:sp>
      <p:sp>
        <p:nvSpPr>
          <p:cNvPr id="24" name="Shape 18"/>
          <p:cNvSpPr/>
          <p:nvPr/>
        </p:nvSpPr>
        <p:spPr>
          <a:xfrm>
            <a:off x="4701346" y="4785477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5" name="Image 4" descr="/home/claude/serverless_ppt/icons/stor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324" y="484952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17236" y="4915916"/>
            <a:ext cx="786384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/>
              <a:t>Storage</a:t>
            </a:r>
          </a:p>
        </p:txBody>
      </p:sp>
      <p:sp>
        <p:nvSpPr>
          <p:cNvPr id="27" name="Shape 20"/>
          <p:cNvSpPr/>
          <p:nvPr/>
        </p:nvSpPr>
        <p:spPr>
          <a:xfrm>
            <a:off x="1828800" y="5469206"/>
            <a:ext cx="548640" cy="373810"/>
          </a:xfrm>
          <a:prstGeom prst="line">
            <a:avLst/>
          </a:prstGeom>
          <a:noFill/>
          <a:ln w="25400">
            <a:solidFill>
              <a:srgbClr val="8FB8C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 flipH="1">
            <a:off x="5486399" y="5469206"/>
            <a:ext cx="182879" cy="430256"/>
          </a:xfrm>
          <a:prstGeom prst="line">
            <a:avLst/>
          </a:prstGeom>
          <a:noFill/>
          <a:ln w="25400">
            <a:solidFill>
              <a:srgbClr val="8FB8CE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2423160" y="566928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0" name="Image 5" descr="/home/claude/serverless_ppt/icons/repl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7752" y="5724144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122676" y="57927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7543800" y="1280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7543800" y="16916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6"/>
          <p:cNvSpPr/>
          <p:nvPr/>
        </p:nvSpPr>
        <p:spPr>
          <a:xfrm>
            <a:off x="75438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074152" y="16367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request.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7543800" y="258775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29"/>
          <p:cNvSpPr/>
          <p:nvPr/>
        </p:nvSpPr>
        <p:spPr>
          <a:xfrm>
            <a:off x="75438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074152" y="2532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receives it.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7543800" y="348386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2"/>
          <p:cNvSpPr/>
          <p:nvPr/>
        </p:nvSpPr>
        <p:spPr>
          <a:xfrm>
            <a:off x="754380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8074152" y="3429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 executes the code.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7543800" y="43799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35"/>
          <p:cNvSpPr/>
          <p:nvPr/>
        </p:nvSpPr>
        <p:spPr>
          <a:xfrm>
            <a:off x="7543800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8074152" y="43251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retrieved / stored.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7543800" y="527608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38"/>
          <p:cNvSpPr/>
          <p:nvPr/>
        </p:nvSpPr>
        <p:spPr>
          <a:xfrm>
            <a:off x="7543800" y="5276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39"/>
          <p:cNvSpPr/>
          <p:nvPr/>
        </p:nvSpPr>
        <p:spPr>
          <a:xfrm>
            <a:off x="8074152" y="52212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sent back to the user.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Industry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6072" y="97840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653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serverless_ppt/icons/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961388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infrastructure cost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6426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serverless_ppt/icons/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73862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603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4198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serverless_ppt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515868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3375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serverless_ppt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293108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11480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892040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" y="49743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serverless_ppt/icons/wr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70348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489204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5943600" y="1325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94360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27" name="Shape 20"/>
          <p:cNvSpPr/>
          <p:nvPr/>
        </p:nvSpPr>
        <p:spPr>
          <a:xfrm>
            <a:off x="6926580" y="198424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5" descr="/home/claude/serverless_ppt/icons/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0598" y="2128266"/>
            <a:ext cx="352044" cy="3520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035040" y="27157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877824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31" name="Shape 23"/>
          <p:cNvSpPr/>
          <p:nvPr/>
        </p:nvSpPr>
        <p:spPr>
          <a:xfrm>
            <a:off x="9761220" y="198424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6" descr="/home/claude/serverless_ppt/icons/ba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5238" y="2128266"/>
            <a:ext cx="352044" cy="3520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69680" y="27157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350" dirty="0"/>
          </a:p>
        </p:txBody>
      </p:sp>
      <p:sp>
        <p:nvSpPr>
          <p:cNvPr id="34" name="Shape 25"/>
          <p:cNvSpPr/>
          <p:nvPr/>
        </p:nvSpPr>
        <p:spPr>
          <a:xfrm>
            <a:off x="5943600" y="34290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35" name="Shape 26"/>
          <p:cNvSpPr/>
          <p:nvPr/>
        </p:nvSpPr>
        <p:spPr>
          <a:xfrm>
            <a:off x="6926580" y="36301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7" descr="/home/claude/serverless_ppt/icons/heartbe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0598" y="3774186"/>
            <a:ext cx="352044" cy="3520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035040" y="43616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38" name="Shape 28"/>
          <p:cNvSpPr/>
          <p:nvPr/>
        </p:nvSpPr>
        <p:spPr>
          <a:xfrm>
            <a:off x="8778240" y="34290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39" name="Shape 29"/>
          <p:cNvSpPr/>
          <p:nvPr/>
        </p:nvSpPr>
        <p:spPr>
          <a:xfrm>
            <a:off x="9761220" y="36301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8" descr="/home/claude/serverless_ppt/icons/microch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5238" y="3774186"/>
            <a:ext cx="352044" cy="35204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869680" y="43616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350" dirty="0"/>
          </a:p>
        </p:txBody>
      </p:sp>
      <p:sp>
        <p:nvSpPr>
          <p:cNvPr id="42" name="Shape 31"/>
          <p:cNvSpPr/>
          <p:nvPr/>
        </p:nvSpPr>
        <p:spPr>
          <a:xfrm>
            <a:off x="5943600" y="50749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43" name="Shape 32"/>
          <p:cNvSpPr/>
          <p:nvPr/>
        </p:nvSpPr>
        <p:spPr>
          <a:xfrm>
            <a:off x="6926580" y="527608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4" name="Image 9" descr="/home/claude/serverless_ppt/icons/mobi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0598" y="5420106"/>
            <a:ext cx="352044" cy="35204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6035040" y="6007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350" dirty="0"/>
          </a:p>
        </p:txBody>
      </p:sp>
      <p:sp>
        <p:nvSpPr>
          <p:cNvPr id="46" name="Shape 34"/>
          <p:cNvSpPr/>
          <p:nvPr/>
        </p:nvSpPr>
        <p:spPr>
          <a:xfrm>
            <a:off x="8778240" y="50749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47" name="Shape 35"/>
          <p:cNvSpPr/>
          <p:nvPr/>
        </p:nvSpPr>
        <p:spPr>
          <a:xfrm>
            <a:off x="9761220" y="527608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8" name="Image 10" descr="/home/claude/serverless_ppt/icons/rob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5238" y="5420106"/>
            <a:ext cx="352044" cy="352044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869680" y="6007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Services</a:t>
            </a:r>
            <a:endParaRPr lang="en-US" sz="1350" dirty="0"/>
          </a:p>
        </p:txBody>
      </p:sp>
      <p:sp>
        <p:nvSpPr>
          <p:cNvPr id="50" name="Text 3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1000" dirty="0"/>
          </a:p>
        </p:txBody>
      </p:sp>
      <p:sp>
        <p:nvSpPr>
          <p:cNvPr id="51" name="Text 3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6072" y="97840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for Image Processing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727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A customer uploads an image to an online shopping website.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246120"/>
            <a:ext cx="8851392" cy="0"/>
          </a:xfrm>
          <a:prstGeom prst="line">
            <a:avLst/>
          </a:prstGeom>
          <a:noFill/>
          <a:ln w="25400">
            <a:solidFill>
              <a:srgbClr val="C7D6D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85800" y="2971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/home/claude/serverless_ppt/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09524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uploaded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98648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serverless_ppt/icons/lamb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092" y="309524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82696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78608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111496" y="2971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serverless_ppt/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30952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95544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91456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is resized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compressed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24344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serverless_ppt/icons/stor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309524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08392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004304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stored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537192" y="2971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serverless_ppt/icons/c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0636" y="309524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2124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217152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displays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image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5120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/home/claude/serverless_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31266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34440" y="5120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website loading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4297680" y="5120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4" name="Image 6" descr="/home/claude/serverless_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5312664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83480" y="5120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storage cost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8046720" y="5120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7" name="Image 7" descr="/home/claude/serverless_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5312664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732520" y="5120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maintenance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206240" cy="420624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serverless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195864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28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removes the need to manage servers.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65176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serverless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2735885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060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scales applications.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94360" y="3429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serverless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3513125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383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cost-effective and widely used by modern businesses.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09360" y="1417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09360" y="18288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serverless_ppt/icons/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9019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12280" y="181051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applications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309360" y="239572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4" descr="/home/claude/serverless_ppt/icons/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468880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12280" y="237744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309360" y="296265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5" descr="/home/claude/serverless_ppt/icons/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035808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12280" y="294436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309360" y="35295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6" descr="/home/claude/serverless_ppt/icons/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602736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12280" y="351129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automation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6309360" y="40965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7" descr="/home/claude/serverless_ppt/icons/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169664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12280" y="407822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5G-based cloud services</a:t>
            </a:r>
            <a:endParaRPr lang="en-US" sz="1350" dirty="0"/>
          </a:p>
        </p:txBody>
      </p:sp>
      <p:sp>
        <p:nvSpPr>
          <p:cNvPr id="30" name="Shape 20"/>
          <p:cNvSpPr/>
          <p:nvPr/>
        </p:nvSpPr>
        <p:spPr>
          <a:xfrm>
            <a:off x="59436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3224A"/>
          </a:solidFill>
          <a:ln/>
        </p:spPr>
      </p:sp>
      <p:pic>
        <p:nvPicPr>
          <p:cNvPr id="31" name="Image 8" descr="/home/claude/serverless_ppt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59552"/>
            <a:ext cx="640080" cy="6400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691640" y="534924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342</Words>
  <Application>Microsoft Office PowerPoint</Application>
  <PresentationFormat>Widescreen</PresentationFormat>
  <Paragraphs>113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Siva Teja</cp:lastModifiedBy>
  <cp:revision>2</cp:revision>
  <dcterms:created xsi:type="dcterms:W3CDTF">2026-07-27T16:17:00Z</dcterms:created>
  <dcterms:modified xsi:type="dcterms:W3CDTF">2026-07-27T16:33:03Z</dcterms:modified>
</cp:coreProperties>
</file>